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Power BI Banking Domain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Data Analytics Project</a:t>
            </a:r>
          </a:p>
          <a:p>
            <a:r>
              <a:t>Created by Rohit Shahi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analyze banking customer data and generate actionable insights</a:t>
            </a:r>
          </a:p>
          <a:p>
            <a:r>
              <a:t>Understand customer demographics and financial behavior</a:t>
            </a:r>
          </a:p>
          <a:p>
            <a:r>
              <a:t>Support data-driven decisions in banking &amp; finance domain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TechnoEdge Customers Banking Details</a:t>
            </a:r>
          </a:p>
          <a:p>
            <a:r>
              <a:t>Rows: 250 | Columns: 19</a:t>
            </a:r>
          </a:p>
          <a:p>
            <a:r>
              <a:t>Domain: Banking &amp; Finance</a:t>
            </a:r>
          </a:p>
          <a:p>
            <a:r>
              <a:t>Data includes demographics, account types, balances, and loans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BI Desktop for dashboard development</a:t>
            </a:r>
          </a:p>
          <a:p>
            <a:r>
              <a:t>Power Query for data cleaning and transformation</a:t>
            </a:r>
          </a:p>
          <a:p>
            <a:r>
              <a:t>DAX for calculated measures and KPIs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Corrected data types for all columns</a:t>
            </a:r>
          </a:p>
          <a:p>
            <a:r>
              <a:t>Merged Name and Surname into a single field</a:t>
            </a:r>
          </a:p>
          <a:p>
            <a:r>
              <a:t>Removed duplicates and blank records</a:t>
            </a:r>
          </a:p>
          <a:p>
            <a:r>
              <a:t>Merged customer and banking tables using Customer ID</a:t>
            </a:r>
          </a:p>
          <a:p>
            <a:r>
              <a:t>Extracted Year, Month, Day from Date Joined</a:t>
            </a:r>
          </a:p>
          <a:p>
            <a:r>
              <a:t>Rounded balance values for better readability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 Used in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Customers</a:t>
            </a:r>
          </a:p>
          <a:p>
            <a:r>
              <a:t>Total Balance</a:t>
            </a:r>
          </a:p>
          <a:p>
            <a:r>
              <a:t>Total House Loan Count</a:t>
            </a:r>
          </a:p>
          <a:p>
            <a:r>
              <a:t>Total Other Loan Count</a:t>
            </a:r>
          </a:p>
          <a:p>
            <a:r>
              <a:t>Number of Account Types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Demographic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Gender-wise balance distribution using Donut Chart</a:t>
            </a:r>
          </a:p>
          <a:p>
            <a:r>
              <a:t>Age Group analysis using Clustered Column Chart</a:t>
            </a:r>
          </a:p>
          <a:p>
            <a:r>
              <a:t>Marital Status impact on total balance</a:t>
            </a:r>
          </a:p>
          <a:p>
            <a:r>
              <a:t>Job Classification-wise balance comparison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Geographical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State-wise total balance analysis</a:t>
            </a:r>
          </a:p>
          <a:p>
            <a:r>
              <a:t>Country-wise customer balance distribution</a:t>
            </a:r>
          </a:p>
          <a:p>
            <a:r>
              <a:t>Identification of high-performing regions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Account &amp; Loan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Account Type-wise balance distribution (SA, CA, CD)</a:t>
            </a:r>
          </a:p>
          <a:p>
            <a:r>
              <a:t>House Loan vs Other Loan comparison</a:t>
            </a:r>
          </a:p>
          <a:p>
            <a:r>
              <a:t>Loan distribution across states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Time-Based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Monthly trend of total balance</a:t>
            </a:r>
          </a:p>
          <a:p>
            <a:r>
              <a:t>Customer count variation by month</a:t>
            </a:r>
          </a:p>
          <a:p>
            <a:r>
              <a:t>Seasonal patterns in customer joining and balances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Customer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10 customers by total balance</a:t>
            </a:r>
          </a:p>
          <a:p>
            <a:r>
              <a:t>High-value customer identification</a:t>
            </a:r>
          </a:p>
          <a:p>
            <a:r>
              <a:t>Useful for targeted marketing and relationship management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Insight: State-wise Balance Analysis</a:t>
            </a:r>
          </a:p>
        </p:txBody>
      </p:sp>
      <p:pic>
        <p:nvPicPr>
          <p:cNvPr id="3" name="Picture 2" descr="state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 Derived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Savings Accounts contribute the highest balance</a:t>
            </a:r>
          </a:p>
          <a:p>
            <a:r>
              <a:t>Married customers hold higher total balance</a:t>
            </a:r>
          </a:p>
          <a:p>
            <a:r>
              <a:t>California and New York are top-performing states</a:t>
            </a:r>
          </a:p>
          <a:p>
            <a:r>
              <a:t>Male and Female customers show nearly balanced contribution</a:t>
            </a:r>
          </a:p>
          <a:p>
            <a:r>
              <a:t>Specific age groups contribute more to overall balance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Hands-on experience in banking domain analytics</a:t>
            </a:r>
          </a:p>
          <a:p>
            <a:r>
              <a:t>Improved Power BI dashboard design skills</a:t>
            </a:r>
          </a:p>
          <a:p>
            <a:r>
              <a:t>Stronger understanding of data storytelling</a:t>
            </a:r>
          </a:p>
          <a:p>
            <a:r>
              <a:t>Ability to convert raw data into business insights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a complete Power BI dashboard from scratch</a:t>
            </a:r>
          </a:p>
          <a:p>
            <a:r>
              <a:t>Applied real-world banking analytics concepts</a:t>
            </a:r>
          </a:p>
          <a:p>
            <a:r>
              <a:t>Project demonstrates readiness for Data Analyst roles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